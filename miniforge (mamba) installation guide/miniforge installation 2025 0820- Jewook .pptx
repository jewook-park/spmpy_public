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60" r:id="rId5"/>
    <p:sldId id="261" r:id="rId6"/>
    <p:sldId id="259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rk, Jewook" userId="d7f866fa-d3d5-4f35-a02f-11c8b2d195ca" providerId="ADAL" clId="{06D12CDE-AA11-492A-9A1E-5234DF8B91E9}"/>
    <pc:docChg chg="modSld">
      <pc:chgData name="Park, Jewook" userId="d7f866fa-d3d5-4f35-a02f-11c8b2d195ca" providerId="ADAL" clId="{06D12CDE-AA11-492A-9A1E-5234DF8B91E9}" dt="2025-11-06T15:53:28.020" v="0" actId="113"/>
      <pc:docMkLst>
        <pc:docMk/>
      </pc:docMkLst>
      <pc:sldChg chg="modSp mod">
        <pc:chgData name="Park, Jewook" userId="d7f866fa-d3d5-4f35-a02f-11c8b2d195ca" providerId="ADAL" clId="{06D12CDE-AA11-492A-9A1E-5234DF8B91E9}" dt="2025-11-06T15:53:28.020" v="0" actId="113"/>
        <pc:sldMkLst>
          <pc:docMk/>
          <pc:sldMk cId="3875313112" sldId="257"/>
        </pc:sldMkLst>
        <pc:spChg chg="mod">
          <ac:chgData name="Park, Jewook" userId="d7f866fa-d3d5-4f35-a02f-11c8b2d195ca" providerId="ADAL" clId="{06D12CDE-AA11-492A-9A1E-5234DF8B91E9}" dt="2025-11-06T15:53:28.020" v="0" actId="113"/>
          <ac:spMkLst>
            <pc:docMk/>
            <pc:sldMk cId="3875313112" sldId="257"/>
            <ac:spMk id="3" creationId="{CC206A1F-1ED0-236F-64BF-B84B9BA2D2B1}"/>
          </ac:spMkLst>
        </pc:spChg>
      </pc:sldChg>
    </pc:docChg>
  </pc:docChgLst>
  <pc:docChgLst>
    <pc:chgData name="Park, Jewook" userId="d7f866fa-d3d5-4f35-a02f-11c8b2d195ca" providerId="ADAL" clId="{078C1665-DCCC-4865-A172-3F09225F2DB6}"/>
    <pc:docChg chg="undo custSel addSld modSld sldOrd">
      <pc:chgData name="Park, Jewook" userId="d7f866fa-d3d5-4f35-a02f-11c8b2d195ca" providerId="ADAL" clId="{078C1665-DCCC-4865-A172-3F09225F2DB6}" dt="2025-08-22T16:26:40.620" v="657" actId="164"/>
      <pc:docMkLst>
        <pc:docMk/>
      </pc:docMkLst>
      <pc:sldChg chg="modSp new mod">
        <pc:chgData name="Park, Jewook" userId="d7f866fa-d3d5-4f35-a02f-11c8b2d195ca" providerId="ADAL" clId="{078C1665-DCCC-4865-A172-3F09225F2DB6}" dt="2025-08-20T14:58:31.471" v="101" actId="20577"/>
        <pc:sldMkLst>
          <pc:docMk/>
          <pc:sldMk cId="1051445258" sldId="256"/>
        </pc:sldMkLst>
      </pc:sldChg>
      <pc:sldChg chg="addSp delSp modSp new mod">
        <pc:chgData name="Park, Jewook" userId="d7f866fa-d3d5-4f35-a02f-11c8b2d195ca" providerId="ADAL" clId="{078C1665-DCCC-4865-A172-3F09225F2DB6}" dt="2025-08-22T16:25:24.921" v="656" actId="1076"/>
        <pc:sldMkLst>
          <pc:docMk/>
          <pc:sldMk cId="3875313112" sldId="257"/>
        </pc:sldMkLst>
      </pc:sldChg>
      <pc:sldChg chg="addSp delSp modSp new mod">
        <pc:chgData name="Park, Jewook" userId="d7f866fa-d3d5-4f35-a02f-11c8b2d195ca" providerId="ADAL" clId="{078C1665-DCCC-4865-A172-3F09225F2DB6}" dt="2025-08-22T16:26:40.620" v="657" actId="164"/>
        <pc:sldMkLst>
          <pc:docMk/>
          <pc:sldMk cId="1770128170" sldId="258"/>
        </pc:sldMkLst>
      </pc:sldChg>
      <pc:sldChg chg="addSp delSp modSp new mod">
        <pc:chgData name="Park, Jewook" userId="d7f866fa-d3d5-4f35-a02f-11c8b2d195ca" providerId="ADAL" clId="{078C1665-DCCC-4865-A172-3F09225F2DB6}" dt="2025-08-22T15:40:19.631" v="655" actId="15"/>
        <pc:sldMkLst>
          <pc:docMk/>
          <pc:sldMk cId="3610810694" sldId="259"/>
        </pc:sldMkLst>
      </pc:sldChg>
      <pc:sldChg chg="addSp modSp new mod ord">
        <pc:chgData name="Park, Jewook" userId="d7f866fa-d3d5-4f35-a02f-11c8b2d195ca" providerId="ADAL" clId="{078C1665-DCCC-4865-A172-3F09225F2DB6}" dt="2025-08-22T15:31:04.508" v="624"/>
        <pc:sldMkLst>
          <pc:docMk/>
          <pc:sldMk cId="3950338801" sldId="260"/>
        </pc:sldMkLst>
      </pc:sldChg>
      <pc:sldChg chg="modSp new mod ord">
        <pc:chgData name="Park, Jewook" userId="d7f866fa-d3d5-4f35-a02f-11c8b2d195ca" providerId="ADAL" clId="{078C1665-DCCC-4865-A172-3F09225F2DB6}" dt="2025-08-22T15:31:11.632" v="626" actId="6549"/>
        <pc:sldMkLst>
          <pc:docMk/>
          <pc:sldMk cId="247133320" sldId="261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C39F8D-7D45-47C2-BFAF-480BD46750D9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375331-4B66-45DD-BC3F-E4F8A8C03A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25398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375331-4B66-45DD-BC3F-E4F8A8C03A2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99172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E5AFAE-D91F-EE91-62FD-FAB0813F45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B432808-E03D-B60D-3A71-D0E1B57F7D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F27749-F500-2E57-6E8B-D06A81ABB1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8E1DD-BED3-44B2-A32A-F30D1EC6F6C0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17864B-5553-7C82-A6C4-599FE4C40E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8D92F0-401A-37FE-F097-19F85128B5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A2B53-00C3-423B-A532-C239C4C786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44998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684757-FD39-251F-CABB-279FE9793E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3B213C-4227-DC62-B8CC-279D231F7F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18A586-F9A9-AFFD-B413-7BC1CB339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8E1DD-BED3-44B2-A32A-F30D1EC6F6C0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A32868-2C03-1ECE-8330-2ABFD920CF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8C4B47-30F5-6B6E-A6F3-7C9CC44880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A2B53-00C3-423B-A532-C239C4C786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24542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CAB35D-3CD3-C9FF-0A9E-D4F076ECEB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C85937-4BF9-BAF7-D72E-6ACF48B9E7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C82393-3A73-C147-19F1-C5DD273155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8E1DD-BED3-44B2-A32A-F30D1EC6F6C0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B1E406-059B-93BB-5DCE-3202992506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0BCE47-0328-C255-3C5C-1C672E7E2C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A2B53-00C3-423B-A532-C239C4C786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5607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1AC077-3CAB-C310-A144-8EAC0AE820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B7BE37-4660-89EF-EF91-C0C9FB1C6B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7D39A2-8873-5571-AFC3-6D5D95A7FA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BB157B-0835-734C-0A8B-BF870E05EB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8E1DD-BED3-44B2-A32A-F30D1EC6F6C0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E9B7A6-A2C8-C531-7675-D911D89F82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0E4C01-9C33-FDC5-6094-AC3ED172B3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A2B53-00C3-423B-A532-C239C4C786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24010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6946EA-139C-ECFD-6F7F-994693EA94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3044B8-30D1-1F65-84C0-879E085148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A4042B-05BD-B36D-3DCC-EE37AB7A86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A2DE9C4-0885-E8FE-85E3-F44E2EFD0C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494F8D0-630C-71F0-A259-EFC08BFB829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6DDFC34-3756-1685-C76B-77F8B25813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8E1DD-BED3-44B2-A32A-F30D1EC6F6C0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F402EF8-86F9-E2C6-9D22-D2F6B3C8EA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8CBFF9F-4D09-1C5E-9DC1-5D3CEC6155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A2B53-00C3-423B-A532-C239C4C786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42700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506089-456C-63B0-8A5B-977CA38249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439A13-B890-05D5-A20B-E28100535A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8E1DD-BED3-44B2-A32A-F30D1EC6F6C0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6AEA4B-9C2F-ED2C-92D1-EED5128279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9B0C62-4521-49AF-9961-8A85D0C1B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A2B53-00C3-423B-A532-C239C4C786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64125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44C6B6B-9399-F0BC-9510-37B3CE8C0F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8E1DD-BED3-44B2-A32A-F30D1EC6F6C0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CF30A6-8AE4-C0C8-7692-F98C1FA6CE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A3E2B9-AA2A-B489-F28D-2E6097C39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A2B53-00C3-423B-A532-C239C4C786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01266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062694-93CD-D05D-3834-CA9D26B852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F7145D-2227-F9D8-C02A-784EE3031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E0EC21-0E2A-1DB5-0C9F-A82C9EF857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B0AE91-CDBF-C1ED-5168-49A2260D9C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8E1DD-BED3-44B2-A32A-F30D1EC6F6C0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D284DF-D426-B229-7665-4F85824DA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0A35F0-7EC0-131B-EFA1-D061DEA4A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A2B53-00C3-423B-A532-C239C4C786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59981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D9782-F03F-8DAA-34BF-5E6744D7CB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2047B65-2789-D8BA-2792-935EA890E0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DA052E-7375-9440-6815-38104C8EF3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3DD192-DE82-4271-F4B9-D6CF3B2306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8E1DD-BED3-44B2-A32A-F30D1EC6F6C0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C7E03F-C8AF-2BC2-8BF5-C2E03C6CD5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A4A8C0-1E94-C104-7008-707A8529A7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A2B53-00C3-423B-A532-C239C4C786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8992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3CDD4B-ED80-5C6C-03C6-3F62549C05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CF044A-2307-2373-34F8-484C7F56B8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702844-02A9-5ED4-5C4E-BB881D4CD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8E1DD-BED3-44B2-A32A-F30D1EC6F6C0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591DA2-CB50-F7E8-889E-6A77B18957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A222FF-0B39-B9F6-A320-8AAEB2467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A2B53-00C3-423B-A532-C239C4C786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57746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62A0FDE-3DDE-813E-59DB-FA79153F4B3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61D8CB-D424-66B0-6D45-7FFAEFA7D7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6CB0E3-1539-7DFD-2707-565A35C86C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8E1DD-BED3-44B2-A32A-F30D1EC6F6C0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B4CE65-67CA-ED2D-5F6C-31DD14860A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C7684F-3807-0590-912D-09417F1087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A2B53-00C3-423B-A532-C239C4C786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98001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DDA742A-C472-31F4-3A71-881113D2E6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B7964A-A0A3-40E4-EEC0-C56FFDEF02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AB4E33-E872-7932-FDF6-61E4E6C0B2D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7B8E1DD-BED3-44B2-A32A-F30D1EC6F6C0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83A0E9-626D-A057-48BD-041DB0ADE0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DF0C0D-9224-07F9-DBC5-F424A89B16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7A2B53-00C3-423B-A532-C239C4C786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73394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conda-forge.org/download/?utm_source=chatgpt.com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5BDE6D-CA84-F878-B9E9-7F57452A904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Miniforge</a:t>
            </a:r>
            <a:r>
              <a:rPr lang="en-US" dirty="0"/>
              <a:t> installation  (Anaconda Alternative)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C35750-9CEE-A704-D0BA-E09699D2A11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Jewook Park 2025 0820-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14452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BC1FEA-09FF-85ED-B338-2108813FA9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GPT5 support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206A1F-1ED0-236F-64BF-B84B9BA2D2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Download </a:t>
            </a:r>
            <a:r>
              <a:rPr lang="en-US" dirty="0" err="1"/>
              <a:t>miniforge</a:t>
            </a:r>
            <a:r>
              <a:rPr lang="en-US" dirty="0"/>
              <a:t> </a:t>
            </a:r>
          </a:p>
          <a:p>
            <a:pPr lvl="1"/>
            <a:r>
              <a:rPr lang="en-US" dirty="0">
                <a:hlinkClick r:id="rId2"/>
              </a:rPr>
              <a:t>https://conda-forge.org/download/?utm_source=chatgpt.com</a:t>
            </a:r>
            <a:endParaRPr lang="en-US" dirty="0"/>
          </a:p>
          <a:p>
            <a:r>
              <a:rPr lang="en-US" dirty="0"/>
              <a:t>Default install location </a:t>
            </a:r>
          </a:p>
          <a:p>
            <a:pPr lvl="1"/>
            <a:r>
              <a:rPr lang="en-US" dirty="0"/>
              <a:t>C:\Users\</a:t>
            </a:r>
            <a:r>
              <a:rPr lang="en-US" b="1" dirty="0"/>
              <a:t>gkp</a:t>
            </a:r>
            <a:r>
              <a:rPr lang="en-US" dirty="0"/>
              <a:t>\AppData\Local\miniforge3</a:t>
            </a:r>
          </a:p>
          <a:p>
            <a:pPr lvl="1"/>
            <a:r>
              <a:rPr lang="en-US" dirty="0"/>
              <a:t>Run </a:t>
            </a:r>
            <a:r>
              <a:rPr lang="en-US" dirty="0" err="1"/>
              <a:t>miniforge</a:t>
            </a:r>
            <a:r>
              <a:rPr lang="en-US" dirty="0"/>
              <a:t> prompt 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r>
              <a:rPr lang="en-US" dirty="0"/>
              <a:t>Check condition </a:t>
            </a:r>
          </a:p>
          <a:p>
            <a:pPr lvl="1"/>
            <a:r>
              <a:rPr lang="en-US" dirty="0"/>
              <a:t>where </a:t>
            </a:r>
            <a:r>
              <a:rPr lang="en-US" dirty="0" err="1"/>
              <a:t>conda</a:t>
            </a:r>
            <a:endParaRPr lang="en-US" dirty="0"/>
          </a:p>
          <a:p>
            <a:pPr lvl="1"/>
            <a:r>
              <a:rPr lang="en-US" dirty="0"/>
              <a:t>where mamba</a:t>
            </a:r>
          </a:p>
          <a:p>
            <a:pPr lvl="1"/>
            <a:r>
              <a:rPr lang="en-US" dirty="0" err="1"/>
              <a:t>conda</a:t>
            </a:r>
            <a:r>
              <a:rPr lang="en-US" dirty="0"/>
              <a:t> info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9B6DB47-8A1B-0404-9ACF-CF7CF103E0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0841" y="1963478"/>
            <a:ext cx="2000395" cy="154270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C29E103-5ED3-7B65-43FD-F523EDE74B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2551" y="3575472"/>
            <a:ext cx="4074224" cy="42582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F1FF939-49FA-63DE-F33D-605CC022F40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18662" y="4117443"/>
            <a:ext cx="5382376" cy="194337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C827F13-0A5D-5196-0875-FC2674BCDFA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39712" y="3157582"/>
            <a:ext cx="3087806" cy="2640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53131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BD5C50-CC91-951D-37E1-1A17C1773C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Conda condition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0F010B-16E0-4D45-7783-6DB79ED098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ym typeface="Wingdings" panose="05000000000000000000" pitchFamily="2" charset="2"/>
              </a:rPr>
              <a:t></a:t>
            </a:r>
          </a:p>
          <a:p>
            <a:r>
              <a:rPr lang="en-US" dirty="0" err="1"/>
              <a:t>conda</a:t>
            </a:r>
            <a:r>
              <a:rPr lang="en-US" dirty="0"/>
              <a:t> config --env --remove channels defaults</a:t>
            </a:r>
          </a:p>
          <a:p>
            <a:r>
              <a:rPr lang="en-US" dirty="0" err="1"/>
              <a:t>conda</a:t>
            </a:r>
            <a:r>
              <a:rPr lang="en-US" dirty="0"/>
              <a:t> config --env --add channels </a:t>
            </a:r>
            <a:r>
              <a:rPr lang="en-US" dirty="0" err="1"/>
              <a:t>conda</a:t>
            </a:r>
            <a:r>
              <a:rPr lang="en-US" dirty="0"/>
              <a:t>-forge</a:t>
            </a:r>
          </a:p>
          <a:p>
            <a:r>
              <a:rPr lang="en-US" dirty="0" err="1"/>
              <a:t>conda</a:t>
            </a:r>
            <a:r>
              <a:rPr lang="en-US" dirty="0"/>
              <a:t> config --env --set </a:t>
            </a:r>
            <a:r>
              <a:rPr lang="en-US" dirty="0" err="1"/>
              <a:t>channel_priority</a:t>
            </a:r>
            <a:r>
              <a:rPr lang="en-US" dirty="0"/>
              <a:t> strict</a:t>
            </a:r>
          </a:p>
          <a:p>
            <a:r>
              <a:rPr lang="en-US" dirty="0" err="1"/>
              <a:t>conda</a:t>
            </a:r>
            <a:r>
              <a:rPr lang="en-US" dirty="0"/>
              <a:t> config --env --remove-key </a:t>
            </a:r>
            <a:r>
              <a:rPr lang="en-US" dirty="0" err="1"/>
              <a:t>default_channels</a:t>
            </a:r>
            <a:endParaRPr lang="en-US" dirty="0"/>
          </a:p>
          <a:p>
            <a:r>
              <a:rPr lang="en-US" dirty="0" err="1"/>
              <a:t>conda</a:t>
            </a:r>
            <a:r>
              <a:rPr lang="en-US" dirty="0"/>
              <a:t> config --env --add </a:t>
            </a:r>
            <a:r>
              <a:rPr lang="en-US" dirty="0" err="1"/>
              <a:t>default_channels</a:t>
            </a:r>
            <a:r>
              <a:rPr lang="en-US" dirty="0"/>
              <a:t> https://conda.anaconda.org/conda-forge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8882719-0BD1-B355-E330-34A790D8F9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1708" y="681037"/>
            <a:ext cx="3353480" cy="1611242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A8144B28-B3BA-8CD7-45D5-ACF4350BE58A}"/>
              </a:ext>
            </a:extLst>
          </p:cNvPr>
          <p:cNvGrpSpPr/>
          <p:nvPr/>
        </p:nvGrpSpPr>
        <p:grpSpPr>
          <a:xfrm>
            <a:off x="4859175" y="-233217"/>
            <a:ext cx="3087806" cy="2640419"/>
            <a:chOff x="4859175" y="-233217"/>
            <a:chExt cx="3087806" cy="2640419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7ADA534D-5A50-E891-5B14-67B1B02458E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859175" y="-233217"/>
              <a:ext cx="3087806" cy="2640419"/>
            </a:xfrm>
            <a:prstGeom prst="rect">
              <a:avLst/>
            </a:prstGeom>
          </p:spPr>
        </p:pic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DC3A0CAC-F805-3310-2116-A04B11154816}"/>
                </a:ext>
              </a:extLst>
            </p:cNvPr>
            <p:cNvSpPr/>
            <p:nvPr/>
          </p:nvSpPr>
          <p:spPr>
            <a:xfrm>
              <a:off x="5461000" y="1567180"/>
              <a:ext cx="1224280" cy="9144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" name="Arrow: Right 9">
            <a:extLst>
              <a:ext uri="{FF2B5EF4-FFF2-40B4-BE49-F238E27FC236}">
                <a16:creationId xmlns:a16="http://schemas.microsoft.com/office/drawing/2014/main" id="{3E8C302B-B3F7-FFC2-29B8-6A054AEC173F}"/>
              </a:ext>
            </a:extLst>
          </p:cNvPr>
          <p:cNvSpPr/>
          <p:nvPr/>
        </p:nvSpPr>
        <p:spPr>
          <a:xfrm>
            <a:off x="6776720" y="1524000"/>
            <a:ext cx="1325880" cy="20828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01281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339FDC-E9E5-A94E-809B-1C9DC1BED4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Env  for </a:t>
            </a:r>
            <a:r>
              <a:rPr lang="en-US" dirty="0" err="1"/>
              <a:t>DataAnalysis</a:t>
            </a:r>
            <a:r>
              <a:rPr lang="en-US" dirty="0"/>
              <a:t>  create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2DAD20-39A2-EC8D-3276-412EB965B2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mamba create -n </a:t>
            </a:r>
            <a:r>
              <a:rPr lang="en-US" dirty="0" err="1"/>
              <a:t>DataAnalysis</a:t>
            </a:r>
            <a:r>
              <a:rPr lang="en-US" dirty="0"/>
              <a:t> python=3.13 -y</a:t>
            </a:r>
          </a:p>
          <a:p>
            <a:r>
              <a:rPr lang="en-US" dirty="0" err="1"/>
              <a:t>conda</a:t>
            </a:r>
            <a:r>
              <a:rPr lang="en-US" dirty="0"/>
              <a:t> activate </a:t>
            </a:r>
            <a:r>
              <a:rPr lang="en-US" dirty="0" err="1"/>
              <a:t>DataAnalysis</a:t>
            </a:r>
            <a:endParaRPr lang="en-US" dirty="0"/>
          </a:p>
          <a:p>
            <a:endParaRPr lang="en-US" dirty="0"/>
          </a:p>
          <a:p>
            <a:r>
              <a:rPr lang="en-US" dirty="0"/>
              <a:t>“</a:t>
            </a:r>
            <a:r>
              <a:rPr lang="en-US" dirty="0" err="1"/>
              <a:t>environment.yml</a:t>
            </a:r>
            <a:r>
              <a:rPr lang="en-US" dirty="0"/>
              <a:t>” file is ready. (environment .</a:t>
            </a:r>
            <a:r>
              <a:rPr lang="en-US" dirty="0" err="1"/>
              <a:t>yml</a:t>
            </a:r>
            <a:r>
              <a:rPr lang="en-US" dirty="0"/>
              <a:t>  </a:t>
            </a:r>
            <a:r>
              <a:rPr lang="en-US" dirty="0">
                <a:sym typeface="Wingdings" panose="05000000000000000000" pitchFamily="2" charset="2"/>
              </a:rPr>
              <a:t> save to targe folder</a:t>
            </a:r>
            <a:r>
              <a:rPr lang="en-US" dirty="0"/>
              <a:t>)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(</a:t>
            </a:r>
            <a:r>
              <a:rPr lang="en-US" dirty="0" err="1"/>
              <a:t>DataAnalysis</a:t>
            </a:r>
            <a:r>
              <a:rPr lang="en-US" dirty="0"/>
              <a:t>) C:\Users\gkp&gt;mamba env update -n </a:t>
            </a:r>
            <a:r>
              <a:rPr lang="en-US" dirty="0" err="1"/>
              <a:t>DataAnalysis</a:t>
            </a:r>
            <a:r>
              <a:rPr lang="en-US" dirty="0"/>
              <a:t> -f "C:\Users\gkp\OneDrive - Oak Ridge National Laboratory\Research\Data Analysis (python)\</a:t>
            </a:r>
            <a:r>
              <a:rPr lang="en-US" dirty="0" err="1"/>
              <a:t>Miniforge</a:t>
            </a:r>
            <a:r>
              <a:rPr lang="en-US" dirty="0"/>
              <a:t>(mamba) Installation\</a:t>
            </a:r>
            <a:r>
              <a:rPr lang="en-US" dirty="0" err="1"/>
              <a:t>environment.yml</a:t>
            </a:r>
            <a:r>
              <a:rPr lang="en-US" dirty="0"/>
              <a:t>"</a:t>
            </a:r>
          </a:p>
          <a:p>
            <a:pPr lvl="1"/>
            <a:r>
              <a:rPr lang="en-US" dirty="0" err="1"/>
              <a:t>conda</a:t>
            </a:r>
            <a:r>
              <a:rPr lang="en-US" dirty="0"/>
              <a:t>-forge/</a:t>
            </a:r>
            <a:r>
              <a:rPr lang="en-US" dirty="0" err="1"/>
              <a:t>noarch</a:t>
            </a:r>
            <a:r>
              <a:rPr lang="en-US" dirty="0"/>
              <a:t>                                          Using cache</a:t>
            </a:r>
          </a:p>
          <a:p>
            <a:pPr lvl="1"/>
            <a:r>
              <a:rPr lang="en-US" dirty="0" err="1"/>
              <a:t>conda</a:t>
            </a:r>
            <a:r>
              <a:rPr lang="en-US" dirty="0"/>
              <a:t>-forge/win-64                                          Using cache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Transaction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  Prefix: C:\Users\gkp\AppData\Local\miniforge3\envs\DataAnalysis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  Updating specs:</a:t>
            </a:r>
          </a:p>
          <a:p>
            <a:pPr lvl="1"/>
            <a:r>
              <a:rPr lang="en-US" dirty="0"/>
              <a:t>-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8BAA374E-BB2D-EB3F-BC4E-26E0D013A29A}"/>
              </a:ext>
            </a:extLst>
          </p:cNvPr>
          <p:cNvGrpSpPr/>
          <p:nvPr/>
        </p:nvGrpSpPr>
        <p:grpSpPr>
          <a:xfrm>
            <a:off x="8799026" y="269196"/>
            <a:ext cx="2554774" cy="6223679"/>
            <a:chOff x="5881007" y="-2786289"/>
            <a:chExt cx="6659935" cy="16224248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7D05659A-9EB9-B95E-2C42-31A16DC1A6D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881007" y="-2786289"/>
              <a:ext cx="6310993" cy="6858000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C24BFD71-B184-444C-AEA4-DB73F0F2B24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881007" y="3794125"/>
              <a:ext cx="6659935" cy="6858000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ADB717F3-4702-6169-A798-A581E519751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926763" y="6579959"/>
              <a:ext cx="6062635" cy="6858000"/>
            </a:xfrm>
            <a:prstGeom prst="rect">
              <a:avLst/>
            </a:prstGeom>
          </p:spPr>
        </p:pic>
      </p:grpSp>
      <p:pic>
        <p:nvPicPr>
          <p:cNvPr id="13" name="Picture 12">
            <a:extLst>
              <a:ext uri="{FF2B5EF4-FFF2-40B4-BE49-F238E27FC236}">
                <a16:creationId xmlns:a16="http://schemas.microsoft.com/office/drawing/2014/main" id="{A2C66B53-59D6-E1FC-B1AE-D4C718FFCAE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22514" y="5609762"/>
            <a:ext cx="1518354" cy="1134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03388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55C565-6D5C-F501-6C94-14BD5A7AB3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environment .</a:t>
            </a:r>
            <a:r>
              <a:rPr lang="en-US" dirty="0" err="1"/>
              <a:t>yml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7E62E1-D96B-28A7-C0B2-7FC07D56B0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en-US" dirty="0"/>
              <a:t>name: </a:t>
            </a:r>
            <a:r>
              <a:rPr lang="en-US" dirty="0" err="1"/>
              <a:t>DataAnalysis</a:t>
            </a:r>
            <a:endParaRPr lang="en-US" dirty="0"/>
          </a:p>
          <a:p>
            <a:r>
              <a:rPr lang="en-US" dirty="0"/>
              <a:t>channels:</a:t>
            </a:r>
          </a:p>
          <a:p>
            <a:r>
              <a:rPr lang="en-US" dirty="0"/>
              <a:t>  - </a:t>
            </a:r>
            <a:r>
              <a:rPr lang="en-US" dirty="0" err="1"/>
              <a:t>conda</a:t>
            </a:r>
            <a:r>
              <a:rPr lang="en-US" dirty="0"/>
              <a:t>-forge</a:t>
            </a:r>
          </a:p>
          <a:p>
            <a:r>
              <a:rPr lang="en-US" dirty="0"/>
              <a:t>  - </a:t>
            </a:r>
            <a:r>
              <a:rPr lang="en-US" dirty="0" err="1"/>
              <a:t>nodefaults</a:t>
            </a:r>
            <a:endParaRPr lang="en-US" dirty="0"/>
          </a:p>
          <a:p>
            <a:r>
              <a:rPr lang="en-US" dirty="0"/>
              <a:t>dependencies:</a:t>
            </a:r>
          </a:p>
          <a:p>
            <a:r>
              <a:rPr lang="en-US" dirty="0"/>
              <a:t>  - python=3.13</a:t>
            </a:r>
          </a:p>
          <a:p>
            <a:r>
              <a:rPr lang="en-US" dirty="0"/>
              <a:t>  - </a:t>
            </a:r>
            <a:r>
              <a:rPr lang="en-US" dirty="0" err="1"/>
              <a:t>jupyterlab</a:t>
            </a:r>
            <a:endParaRPr lang="en-US" dirty="0"/>
          </a:p>
          <a:p>
            <a:r>
              <a:rPr lang="en-US" dirty="0"/>
              <a:t>  - </a:t>
            </a:r>
            <a:r>
              <a:rPr lang="en-US" dirty="0" err="1"/>
              <a:t>ipykernel</a:t>
            </a:r>
            <a:endParaRPr lang="en-US" dirty="0"/>
          </a:p>
          <a:p>
            <a:r>
              <a:rPr lang="en-US" dirty="0"/>
              <a:t>  - </a:t>
            </a:r>
            <a:r>
              <a:rPr lang="en-US" dirty="0" err="1"/>
              <a:t>ipywidgets</a:t>
            </a:r>
            <a:endParaRPr lang="en-US" dirty="0"/>
          </a:p>
          <a:p>
            <a:r>
              <a:rPr lang="en-US" dirty="0"/>
              <a:t>  # numerical / stats</a:t>
            </a:r>
          </a:p>
          <a:p>
            <a:r>
              <a:rPr lang="en-US" dirty="0"/>
              <a:t>  - </a:t>
            </a:r>
            <a:r>
              <a:rPr lang="en-US" dirty="0" err="1"/>
              <a:t>numpy</a:t>
            </a:r>
            <a:endParaRPr lang="en-US" dirty="0"/>
          </a:p>
          <a:p>
            <a:r>
              <a:rPr lang="en-US" dirty="0"/>
              <a:t>  - pandas</a:t>
            </a:r>
          </a:p>
          <a:p>
            <a:r>
              <a:rPr lang="en-US" dirty="0"/>
              <a:t>  - </a:t>
            </a:r>
            <a:r>
              <a:rPr lang="en-US" dirty="0" err="1"/>
              <a:t>scipy</a:t>
            </a:r>
            <a:endParaRPr lang="en-US" dirty="0"/>
          </a:p>
          <a:p>
            <a:r>
              <a:rPr lang="en-US" dirty="0"/>
              <a:t>  - </a:t>
            </a:r>
            <a:r>
              <a:rPr lang="en-US" dirty="0" err="1"/>
              <a:t>statsmodels</a:t>
            </a:r>
            <a:endParaRPr lang="en-US" dirty="0"/>
          </a:p>
          <a:p>
            <a:r>
              <a:rPr lang="en-US" dirty="0"/>
              <a:t>  - scikit-learn</a:t>
            </a:r>
          </a:p>
          <a:p>
            <a:r>
              <a:rPr lang="en-US" dirty="0"/>
              <a:t>  - </a:t>
            </a:r>
            <a:r>
              <a:rPr lang="en-US" dirty="0" err="1"/>
              <a:t>numba</a:t>
            </a:r>
            <a:endParaRPr lang="en-US" dirty="0"/>
          </a:p>
          <a:p>
            <a:r>
              <a:rPr lang="en-US" dirty="0"/>
              <a:t>  # image analysis</a:t>
            </a:r>
          </a:p>
          <a:p>
            <a:r>
              <a:rPr lang="en-US" dirty="0"/>
              <a:t>  - scikit-image</a:t>
            </a:r>
          </a:p>
          <a:p>
            <a:r>
              <a:rPr lang="en-US" dirty="0"/>
              <a:t>  - </a:t>
            </a:r>
            <a:r>
              <a:rPr lang="en-US" dirty="0" err="1"/>
              <a:t>opencv</a:t>
            </a:r>
            <a:endParaRPr lang="en-US" dirty="0"/>
          </a:p>
          <a:p>
            <a:r>
              <a:rPr lang="en-US" dirty="0"/>
              <a:t>  - pillow</a:t>
            </a:r>
          </a:p>
          <a:p>
            <a:r>
              <a:rPr lang="en-US" dirty="0"/>
              <a:t>  - </a:t>
            </a:r>
            <a:r>
              <a:rPr lang="en-US" dirty="0" err="1"/>
              <a:t>imageio</a:t>
            </a:r>
            <a:endParaRPr lang="en-US" dirty="0"/>
          </a:p>
          <a:p>
            <a:r>
              <a:rPr lang="en-US" dirty="0"/>
              <a:t>  # visualization (2D + interactive 3D)</a:t>
            </a:r>
          </a:p>
          <a:p>
            <a:r>
              <a:rPr lang="en-US" dirty="0"/>
              <a:t>  - matplotlib</a:t>
            </a:r>
          </a:p>
          <a:p>
            <a:r>
              <a:rPr lang="en-US" dirty="0"/>
              <a:t>  - </a:t>
            </a:r>
            <a:r>
              <a:rPr lang="en-US" dirty="0" err="1"/>
              <a:t>plotly</a:t>
            </a:r>
            <a:endParaRPr lang="en-US" dirty="0"/>
          </a:p>
          <a:p>
            <a:r>
              <a:rPr lang="en-US" dirty="0"/>
              <a:t>  - </a:t>
            </a:r>
            <a:r>
              <a:rPr lang="en-US" dirty="0" err="1"/>
              <a:t>pyvista</a:t>
            </a:r>
            <a:endParaRPr lang="en-US" dirty="0"/>
          </a:p>
          <a:p>
            <a:r>
              <a:rPr lang="en-US" dirty="0"/>
              <a:t>  - </a:t>
            </a:r>
            <a:r>
              <a:rPr lang="en-US" dirty="0" err="1"/>
              <a:t>ipyvtklink</a:t>
            </a:r>
            <a:endParaRPr lang="en-US" dirty="0"/>
          </a:p>
          <a:p>
            <a:r>
              <a:rPr lang="en-US" dirty="0"/>
              <a:t>  # </a:t>
            </a:r>
            <a:r>
              <a:rPr lang="en-US" dirty="0" err="1"/>
              <a:t>mayavi</a:t>
            </a:r>
            <a:r>
              <a:rPr lang="en-US" dirty="0"/>
              <a:t> stack (VTK/Qt/OpenGL)</a:t>
            </a:r>
          </a:p>
          <a:p>
            <a:r>
              <a:rPr lang="en-US" dirty="0"/>
              <a:t>  - </a:t>
            </a:r>
            <a:r>
              <a:rPr lang="en-US" dirty="0" err="1"/>
              <a:t>mayavi</a:t>
            </a:r>
            <a:endParaRPr lang="en-US" dirty="0"/>
          </a:p>
          <a:p>
            <a:r>
              <a:rPr lang="en-US" dirty="0"/>
              <a:t>  - </a:t>
            </a:r>
            <a:r>
              <a:rPr lang="en-US" dirty="0" err="1"/>
              <a:t>vtk</a:t>
            </a:r>
            <a:endParaRPr lang="en-US" dirty="0"/>
          </a:p>
          <a:p>
            <a:r>
              <a:rPr lang="en-US" dirty="0"/>
              <a:t>  - </a:t>
            </a:r>
            <a:r>
              <a:rPr lang="en-US" dirty="0" err="1"/>
              <a:t>pyqt</a:t>
            </a:r>
            <a:endParaRPr lang="en-US" dirty="0"/>
          </a:p>
          <a:p>
            <a:r>
              <a:rPr lang="en-US" dirty="0"/>
              <a:t>  - </a:t>
            </a:r>
            <a:r>
              <a:rPr lang="en-US" dirty="0" err="1"/>
              <a:t>pyopengl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1333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035FB9-8F03-54AC-8218-C9F7E6F07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Jupyter</a:t>
            </a:r>
            <a:r>
              <a:rPr lang="en-US" dirty="0"/>
              <a:t> Lab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44CE30-84CD-9C5A-DA02-9C4CC60D11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Kernal </a:t>
            </a:r>
          </a:p>
          <a:p>
            <a:r>
              <a:rPr lang="en-US" dirty="0"/>
              <a:t>python -m </a:t>
            </a:r>
            <a:r>
              <a:rPr lang="en-US" dirty="0" err="1"/>
              <a:t>ipykernel</a:t>
            </a:r>
            <a:r>
              <a:rPr lang="en-US" dirty="0"/>
              <a:t> install --user --name </a:t>
            </a:r>
            <a:r>
              <a:rPr lang="en-US" dirty="0" err="1"/>
              <a:t>DataAnalysis</a:t>
            </a:r>
            <a:r>
              <a:rPr lang="en-US" dirty="0"/>
              <a:t> --display-name "Python (</a:t>
            </a:r>
            <a:r>
              <a:rPr lang="en-US" dirty="0" err="1"/>
              <a:t>DataAnalysis</a:t>
            </a:r>
            <a:r>
              <a:rPr lang="en-US" dirty="0"/>
              <a:t>)“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Run  </a:t>
            </a:r>
          </a:p>
          <a:p>
            <a:pPr lvl="1"/>
            <a:r>
              <a:rPr lang="en-US" dirty="0" err="1"/>
              <a:t>jupyter</a:t>
            </a:r>
            <a:r>
              <a:rPr lang="en-US" dirty="0"/>
              <a:t> lab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0C8A342-64BF-7631-A69D-78F00B90F2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992" y="3172503"/>
            <a:ext cx="10498015" cy="828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08106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db3dbd43-4c4b-4544-9f8a-0553f9f5f25e}" enabled="0" method="" siteId="{db3dbd43-4c4b-4544-9f8a-0553f9f5f25e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2924</TotalTime>
  <Words>365</Words>
  <Application>Microsoft Office PowerPoint</Application>
  <PresentationFormat>Widescreen</PresentationFormat>
  <Paragraphs>78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Arial</vt:lpstr>
      <vt:lpstr>Wingdings</vt:lpstr>
      <vt:lpstr>Office Theme</vt:lpstr>
      <vt:lpstr>Miniforge installation  (Anaconda Alternative)</vt:lpstr>
      <vt:lpstr>GPT5 support</vt:lpstr>
      <vt:lpstr>Conda condition</vt:lpstr>
      <vt:lpstr>Env  for DataAnalysis  create</vt:lpstr>
      <vt:lpstr>environment .yml</vt:lpstr>
      <vt:lpstr>Jupyter Lab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Park, Jewook</dc:creator>
  <cp:lastModifiedBy>Park, Jewook</cp:lastModifiedBy>
  <cp:revision>1</cp:revision>
  <dcterms:created xsi:type="dcterms:W3CDTF">2025-08-20T14:58:05Z</dcterms:created>
  <dcterms:modified xsi:type="dcterms:W3CDTF">2025-11-06T15:53:36Z</dcterms:modified>
</cp:coreProperties>
</file>